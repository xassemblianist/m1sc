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2EEA3-DD3E-2540-920E-F361102C4037}" type="datetimeFigureOut">
              <a:rPr lang="tr-TR"/>
              <a:t>25.03.2026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ED27B-CF2C-E842-9DCB-A450E03CD4F0}" type="slidenum">
              <a:rPr lang="tr-TR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8101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8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0.jpe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2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4.jpe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6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9.jpeg" /><Relationship Id="rId4" Type="http://schemas.openxmlformats.org/officeDocument/2006/relationships/image" Target="../media/image18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1.jpe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 /><Relationship Id="rId2" Type="http://schemas.openxmlformats.org/officeDocument/2006/relationships/image" Target="../media/image25.jpe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7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Resim 17">
            <a:extLst>
              <a:ext uri="{FF2B5EF4-FFF2-40B4-BE49-F238E27FC236}">
                <a16:creationId xmlns:a16="http://schemas.microsoft.com/office/drawing/2014/main" id="{4FC579E3-1F95-07EB-A967-CB5166E7D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51" y="-53152"/>
            <a:ext cx="8328098" cy="524980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SİVAS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9728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14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Anadolu'nun Kalbi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 Sınavı Sunumu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972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28.488 km²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0" y="1325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 Ölçümü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194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646.608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85800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Nüfus (2023)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918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Karasal İklim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858000" y="3520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İklim Tipi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261DABC5-09EE-02E0-8B62-22C588A36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2" y="-672962"/>
            <a:ext cx="8095556" cy="648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3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93BD935B-0A32-AD73-5DB0-783B79818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6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75B3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Coğrafi Konum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188720"/>
            <a:ext cx="64008" cy="1463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Bölge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Anadolu Bölgesi'nin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Yukarı Kızılırmak bölümü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188720"/>
            <a:ext cx="64008" cy="1463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Rakım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20640" y="1783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1.285 metre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yükseklikte bir plato şehri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3017520"/>
            <a:ext cx="64008" cy="1463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Komşu İller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Tokat, Erzincan, Malatya,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Kahramanmaraş, Kayseri, Yozgat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46320" y="30175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3017520"/>
            <a:ext cx="64008" cy="1463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İlçe Sayısı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2064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ilçe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(Merkez dahil)</a:t>
            </a:r>
            <a:endParaRPr lang="en-US" sz="1300" dirty="0"/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0370F1C1-4E93-77B5-C455-7B0941E09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29410"/>
            <a:ext cx="9389591" cy="52729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Tarihçe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1280160" cy="5029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097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M.Ö. 2000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965960" y="1348740"/>
            <a:ext cx="365760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0" y="1097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Hitit döneminde önemli bir yerleşim merkezi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847088"/>
            <a:ext cx="1280160" cy="5029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8470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1075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965960" y="2098548"/>
            <a:ext cx="365760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68880" y="18470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Danişmendliler döneminde büyük gelişme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596896"/>
            <a:ext cx="1280160" cy="5029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968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1218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965960" y="2848356"/>
            <a:ext cx="365760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0" y="259689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Selçuklu Sultanı I. İzzeddin Keykavus tarafından fetih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346704"/>
            <a:ext cx="1280160" cy="5029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34670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1398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965960" y="3598164"/>
            <a:ext cx="365760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68880" y="334670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Osmanlı topraklarına katılması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096512"/>
            <a:ext cx="1280160" cy="5029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0965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1919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965960" y="4347972"/>
            <a:ext cx="365760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68880" y="40965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Sivas Kongresi — Milli Mücadele'nin dönüm noktası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468880" y="4983480"/>
            <a:ext cx="5943600" cy="548640"/>
          </a:xfrm>
          <a:prstGeom prst="rect">
            <a:avLst/>
          </a:prstGeom>
          <a:solidFill>
            <a:srgbClr val="D4A853">
              <a:alpha val="15000"/>
            </a:srgbClr>
          </a:solidFill>
          <a:ln/>
        </p:spPr>
      </p:sp>
      <p:pic>
        <p:nvPicPr>
          <p:cNvPr id="26" name="Resim 25">
            <a:extLst>
              <a:ext uri="{FF2B5EF4-FFF2-40B4-BE49-F238E27FC236}">
                <a16:creationId xmlns:a16="http://schemas.microsoft.com/office/drawing/2014/main" id="{D9B2D53C-9B45-52E4-FF00-DC2FD6F98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9" y="62865"/>
            <a:ext cx="9059569" cy="5299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Turistik Yerler ve Tarihi Eserler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80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Divriği Ulu Camii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 Darüşşifası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Dünya Mirası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(1228)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1280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Gök Medrese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6616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Selçuklu mimarisinin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güzel örneklerinden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1280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Sivas Kongresi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Binası (Müze)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 Mücadele'nin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simge yapısı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017520"/>
            <a:ext cx="256032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Çifte Minareli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Medrese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1271 yılında inşa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edilen tarihi yapı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8328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383280" y="3017520"/>
            <a:ext cx="256032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3" name="Text 20"/>
          <p:cNvSpPr/>
          <p:nvPr/>
        </p:nvSpPr>
        <p:spPr>
          <a:xfrm>
            <a:off x="356616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Buruciye Medresesi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56616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1271, Selçuklu dönemi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mimarisi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1792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217920" y="3017520"/>
            <a:ext cx="256032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Sıcak Çermik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Kaplıcaları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Şifalı termal suları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ünlü</a:t>
            </a:r>
            <a:endParaRPr lang="en-US" sz="1100" dirty="0"/>
          </a:p>
        </p:txBody>
      </p:sp>
      <p:pic>
        <p:nvPicPr>
          <p:cNvPr id="29" name="Resim 28">
            <a:extLst>
              <a:ext uri="{FF2B5EF4-FFF2-40B4-BE49-F238E27FC236}">
                <a16:creationId xmlns:a16="http://schemas.microsoft.com/office/drawing/2014/main" id="{76F24516-E8FB-6ED2-F520-ABC15E6BD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130" y="0"/>
            <a:ext cx="915914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Yemek Kültürü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Meşhur Lezzetler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73152" cy="502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Sivas Köftesi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Közlenmiş patlıcan ve biberle servis edilen ince köfte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212848"/>
            <a:ext cx="73152" cy="502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212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Keşkek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2441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Buğday ve etle hazırlanan geleneksel düğün yemeği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871216"/>
            <a:ext cx="73152" cy="502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8712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Katmer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3099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 açılan hamurla yapılan özel börek çeşidi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529584"/>
            <a:ext cx="73152" cy="502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5295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Madımak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Yöreye özgü ot yemeği, çok besleyici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187952"/>
            <a:ext cx="73152" cy="502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187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Sivas Kebabı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" y="4416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Kuşbaşı etin patates ile fırında pişirilmesi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1005840"/>
            <a:ext cx="3840480" cy="3657600"/>
          </a:xfrm>
          <a:prstGeom prst="rect">
            <a:avLst/>
          </a:prstGeom>
          <a:solidFill>
            <a:srgbClr val="C75B39">
              <a:alpha val="2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Biliyor muydunuz?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120640" y="169164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Sivas mutfağı, İç Anadolu'nun karasal iklimine uygun, ağırlıklı olarak et ve tahıl bazlı yemeklerden oluşur.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Yörede kış aylarında hazırlanan pastırma ve sucuk da oldukça meşhurdur.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Sivas'ın Kangal ilçesi, hem Kangal köpeği hem de Kangal balıklı kaplıcası ile tanınır.</a:t>
            </a:r>
            <a:endParaRPr lang="en-US" sz="1300" dirty="0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7190603F-65FC-0F89-2335-2884110F3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657" y="-372174"/>
            <a:ext cx="9185313" cy="59015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Kangal Çoban Köpeği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3716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Dünya'nın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Güçlü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Çoban Köpeği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22960" y="2834640"/>
            <a:ext cx="9144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0632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Kangal köpeği, Sivas'ın Kangal ilçesine özgü bir ırktır. Koruma içgüdüsü ve sadakati ile dünyaca tanınır. Türkiye'nin milli hayvan ırkı olarak kabul edilir.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97280"/>
            <a:ext cx="64008" cy="7315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1" name="Text 8"/>
          <p:cNvSpPr/>
          <p:nvPr/>
        </p:nvSpPr>
        <p:spPr>
          <a:xfrm>
            <a:off x="516636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663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70-80 cm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846320" y="1984248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984248"/>
            <a:ext cx="64008" cy="7315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5" name="Text 12"/>
          <p:cNvSpPr/>
          <p:nvPr/>
        </p:nvSpPr>
        <p:spPr>
          <a:xfrm>
            <a:off x="5166360" y="2075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66360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50-65 kg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846320" y="2871216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2871216"/>
            <a:ext cx="64008" cy="7315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9" name="Text 16"/>
          <p:cNvSpPr/>
          <p:nvPr/>
        </p:nvSpPr>
        <p:spPr>
          <a:xfrm>
            <a:off x="5166360" y="29626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Isırma Gücü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66360" y="3191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743 PSI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4846320" y="3758184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3758184"/>
            <a:ext cx="64008" cy="7315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3" name="Text 20"/>
          <p:cNvSpPr/>
          <p:nvPr/>
        </p:nvSpPr>
        <p:spPr>
          <a:xfrm>
            <a:off x="5166360" y="3849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Ömür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166360" y="4078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12-15 yıl</a:t>
            </a:r>
            <a:endParaRPr lang="en-US" sz="2000" dirty="0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09B5401C-33C6-F1CB-5A1B-E464431CB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860"/>
            <a:ext cx="9184638" cy="51663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Ekonomi ve Eğitim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Ekonomik Yapı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73152" cy="4114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Hayvancılık — İç Anadolu'nun en önemli merkezlerinden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73152" cy="4114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Tarım — Buğday, arpa, şeker pancarı üretimi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3152" cy="4114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Demir-Çelik — Sivas Demir Çelik Fabrikası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154680"/>
            <a:ext cx="73152" cy="4114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Madencilik — Demir cevheri ve krom yatakları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Eğitim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46320" y="1463040"/>
            <a:ext cx="3840480" cy="2286000"/>
          </a:xfrm>
          <a:prstGeom prst="rect">
            <a:avLst/>
          </a:prstGeom>
          <a:solidFill>
            <a:srgbClr val="C75B39">
              <a:alpha val="25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459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Sivas Cumhuriyet Üniversitesi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12064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 yılında kurulan üniversite, 17 fakülte ve 40.000'den fazla öğrencisiyle bölgenin en büyük eğitim kurumudur. Tıp fakültesi özellikle güçlüdür.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7432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Sivas Bilim ve Teknoloji Üni.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1206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2018'de kurulan yeni nesil teknik üniversite.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D4A853">
              <a:alpha val="15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Sivas, Türkiye'nin yüz ölçümü bakımından en büyük ikinci ilidir (Konya'dan sonra).</a:t>
            </a:r>
            <a:endParaRPr lang="en-US" sz="1300" dirty="0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74420716-80FE-5028-7BFC-53CA17D03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624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200400" cy="5088636"/>
          </a:xfrm>
          <a:prstGeom prst="rect">
            <a:avLst/>
          </a:prstGeom>
          <a:solidFill>
            <a:srgbClr val="C75B39">
              <a:alpha val="7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Teşekkürler!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200400" y="2286000"/>
            <a:ext cx="109728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0" y="2560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Sivas — tarih, kültür ve doğanın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buluştuğu Anadolu'nun kalbine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hoş geldiniz.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20040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 var mı?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D4A853">
              <a:alpha val="20000"/>
            </a:srgbClr>
          </a:solidFill>
          <a:ln/>
        </p:spPr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E9F48DE3-469F-7DF6-F986-8F86CAC7B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635" y="-362337"/>
            <a:ext cx="9154635" cy="61030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E6AF2E30-A5DD-20E0-DD9A-C3009D967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694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08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F09B52C6-79F8-6A9F-0EE8-1F77C6341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2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75B5CACA-EFC9-188F-F6D1-903F9F8D6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9359" y="-189598"/>
            <a:ext cx="9824198" cy="551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1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7D2AF88A-8295-A8C5-7B29-57E5D3747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41" y="606101"/>
            <a:ext cx="3986959" cy="406400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8C68488E-24F9-43DF-94D9-F84201189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17" y="-202191"/>
            <a:ext cx="3712801" cy="2701019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A173715F-7EEA-F85E-3172-2F525DE81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050" y="2356359"/>
            <a:ext cx="2618272" cy="2618272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FF06CB41-1A85-340C-D28D-B39681E4FF16}"/>
              </a:ext>
            </a:extLst>
          </p:cNvPr>
          <p:cNvSpPr txBox="1"/>
          <p:nvPr/>
        </p:nvSpPr>
        <p:spPr>
          <a:xfrm>
            <a:off x="3657600" y="1554921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4E60430-4880-46E6-D429-7CBEA06C760C}"/>
              </a:ext>
            </a:extLst>
          </p:cNvPr>
          <p:cNvSpPr txBox="1"/>
          <p:nvPr/>
        </p:nvSpPr>
        <p:spPr>
          <a:xfrm>
            <a:off x="159026" y="4060345"/>
            <a:ext cx="4602922" cy="95410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tr-TR" sz="2800" b="1"/>
              <a:t>KAYSERİ SİVASIN YEMEKLERİNİ GASP ETMİŞTİR</a:t>
            </a:r>
          </a:p>
        </p:txBody>
      </p:sp>
    </p:spTree>
    <p:extLst>
      <p:ext uri="{BB962C8B-B14F-4D97-AF65-F5344CB8AC3E}">
        <p14:creationId xmlns:p14="http://schemas.microsoft.com/office/powerpoint/2010/main" val="2665762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Ekran Gösterisi (16:9)</PresentationFormat>
  <Paragraphs>0</Paragraphs>
  <Slides>14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5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Sivas - Anadolu'nun Kalbi</dc:title>
  <dc:subject>PptxGenJS Presentation</dc:subject>
  <dc:creator>Ömer</dc:creator>
  <cp:lastModifiedBy>HATİCE İNCELER</cp:lastModifiedBy>
  <cp:revision>4</cp:revision>
  <dcterms:created xsi:type="dcterms:W3CDTF">2026-03-25T04:26:47Z</dcterms:created>
  <dcterms:modified xsi:type="dcterms:W3CDTF">2026-03-25T06:13:11Z</dcterms:modified>
</cp:coreProperties>
</file>